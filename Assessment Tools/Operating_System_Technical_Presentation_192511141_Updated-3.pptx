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458" y="1393006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Operating System Functions, File &amp; Device System Calls, and User–Kernel Interaction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7536" y="4250608"/>
            <a:ext cx="6400800" cy="1752600"/>
          </a:xfrm>
        </p:spPr>
        <p:txBody>
          <a:bodyPr>
            <a:normAutofit/>
          </a:bodyPr>
          <a:lstStyle/>
          <a:p>
            <a:r>
              <a:rPr lang="nn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K. Reddy Varshitha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21F08-54F5-F49F-90FC-99B3170E5367}"/>
              </a:ext>
            </a:extLst>
          </p:cNvPr>
          <p:cNvSpPr txBox="1"/>
          <p:nvPr/>
        </p:nvSpPr>
        <p:spPr>
          <a:xfrm>
            <a:off x="211394" y="370258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Prepared by: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EF61E-010F-60D9-7CAB-C07913BC0388}"/>
              </a:ext>
            </a:extLst>
          </p:cNvPr>
          <p:cNvSpPr txBox="1"/>
          <p:nvPr/>
        </p:nvSpPr>
        <p:spPr>
          <a:xfrm>
            <a:off x="270388" y="4834520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3200" dirty="0"/>
              <a:t>Reg No: </a:t>
            </a:r>
          </a:p>
          <a:p>
            <a:r>
              <a:rPr lang="nn-NO" sz="3200" dirty="0"/>
              <a:t>                   192511141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OS Functions in Resource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53265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• Process Management</a:t>
            </a:r>
            <a:br>
              <a:rPr dirty="0"/>
            </a:br>
            <a:r>
              <a:rPr dirty="0"/>
              <a:t>• Memory Management</a:t>
            </a:r>
            <a:br>
              <a:rPr dirty="0"/>
            </a:br>
            <a:r>
              <a:rPr dirty="0"/>
              <a:t>• File Management</a:t>
            </a:r>
            <a:br>
              <a:rPr dirty="0"/>
            </a:br>
            <a:r>
              <a:rPr dirty="0"/>
              <a:t>• Device Management</a:t>
            </a:r>
            <a:br>
              <a:rPr dirty="0"/>
            </a:br>
            <a:r>
              <a:rPr dirty="0"/>
              <a:t>• Security &amp; Resource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and Device System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570" y="1700981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File: open(), read(), write(), close(), </a:t>
            </a:r>
            <a:r>
              <a:rPr dirty="0" err="1"/>
              <a:t>lseek</a:t>
            </a:r>
            <a:r>
              <a:rPr dirty="0"/>
              <a:t>()</a:t>
            </a:r>
            <a:br>
              <a:rPr dirty="0"/>
            </a:br>
            <a:r>
              <a:rPr dirty="0"/>
              <a:t>Device: open(), read(), write(), </a:t>
            </a:r>
            <a:r>
              <a:rPr dirty="0" err="1"/>
              <a:t>ioctl</a:t>
            </a:r>
            <a:r>
              <a:rPr dirty="0"/>
              <a:t>(), close()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User Process and Kernel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34697" y="1201328"/>
            <a:ext cx="3366306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User Process</a:t>
            </a:r>
            <a:endParaRPr lang="en-IN" dirty="0"/>
          </a:p>
          <a:p>
            <a:pPr>
              <a:defRPr sz="2400"/>
            </a:pPr>
            <a:r>
              <a:rPr lang="en-IN" dirty="0"/>
              <a:t>          </a:t>
            </a:r>
          </a:p>
          <a:p>
            <a:pPr>
              <a:defRPr sz="2400"/>
            </a:pPr>
            <a:r>
              <a:rPr dirty="0"/>
              <a:t>Sy</a:t>
            </a:r>
            <a:r>
              <a:rPr lang="en-IN" dirty="0"/>
              <a:t>stem call</a:t>
            </a:r>
          </a:p>
          <a:p>
            <a:pPr>
              <a:defRPr sz="2400"/>
            </a:pPr>
            <a:r>
              <a:rPr lang="en-IN" dirty="0"/>
              <a:t> </a:t>
            </a:r>
          </a:p>
          <a:p>
            <a:pPr>
              <a:defRPr sz="2400"/>
            </a:pPr>
            <a:r>
              <a:rPr lang="en-IN" dirty="0"/>
              <a:t>   </a:t>
            </a:r>
            <a:r>
              <a:rPr dirty="0"/>
              <a:t>Kernel </a:t>
            </a:r>
            <a:endParaRPr lang="en-IN" dirty="0"/>
          </a:p>
          <a:p>
            <a:pPr>
              <a:defRPr sz="2400"/>
            </a:pPr>
            <a:endParaRPr lang="en-IN" dirty="0"/>
          </a:p>
          <a:p>
            <a:pPr>
              <a:defRPr sz="2400"/>
            </a:pPr>
            <a:r>
              <a:rPr dirty="0"/>
              <a:t>File System/Device Driver</a:t>
            </a:r>
            <a:endParaRPr lang="en-IN" dirty="0"/>
          </a:p>
          <a:p>
            <a:pPr>
              <a:defRPr sz="2400"/>
            </a:pPr>
            <a:r>
              <a:rPr dirty="0"/>
              <a:t> </a:t>
            </a:r>
            <a:endParaRPr lang="en-IN" dirty="0"/>
          </a:p>
          <a:p>
            <a:pPr>
              <a:defRPr sz="2400"/>
            </a:pPr>
            <a:r>
              <a:rPr lang="en-IN" dirty="0"/>
              <a:t> </a:t>
            </a:r>
            <a:r>
              <a:rPr dirty="0"/>
              <a:t>Hardware</a:t>
            </a:r>
            <a:endParaRPr lang="en-IN" dirty="0"/>
          </a:p>
          <a:p>
            <a:pPr>
              <a:defRPr sz="2400"/>
            </a:pPr>
            <a:r>
              <a:rPr dirty="0"/>
              <a:t> </a:t>
            </a:r>
            <a:endParaRPr lang="en-IN" dirty="0"/>
          </a:p>
          <a:p>
            <a:pPr>
              <a:defRPr sz="2400"/>
            </a:pPr>
            <a:r>
              <a:rPr lang="en-IN" dirty="0"/>
              <a:t>  </a:t>
            </a:r>
            <a:r>
              <a:rPr dirty="0"/>
              <a:t>Response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865C90-60EE-3B84-B8B8-592EB7C7FF84}"/>
              </a:ext>
            </a:extLst>
          </p:cNvPr>
          <p:cNvCxnSpPr/>
          <p:nvPr/>
        </p:nvCxnSpPr>
        <p:spPr>
          <a:xfrm>
            <a:off x="4208207" y="162232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57F723-20E9-E3F6-FB17-BC0A6F30C2BC}"/>
              </a:ext>
            </a:extLst>
          </p:cNvPr>
          <p:cNvCxnSpPr/>
          <p:nvPr/>
        </p:nvCxnSpPr>
        <p:spPr>
          <a:xfrm>
            <a:off x="4208207" y="231929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6BD27A-3627-5FD6-50B4-6EFBBD9E5769}"/>
              </a:ext>
            </a:extLst>
          </p:cNvPr>
          <p:cNvCxnSpPr/>
          <p:nvPr/>
        </p:nvCxnSpPr>
        <p:spPr>
          <a:xfrm>
            <a:off x="4213124" y="3069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B08B8E-17F4-AC09-2B9F-E2BD250FC290}"/>
              </a:ext>
            </a:extLst>
          </p:cNvPr>
          <p:cNvCxnSpPr/>
          <p:nvPr/>
        </p:nvCxnSpPr>
        <p:spPr>
          <a:xfrm>
            <a:off x="4208207" y="379323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D2541B-CD33-E601-437A-7D9C9908C4BA}"/>
              </a:ext>
            </a:extLst>
          </p:cNvPr>
          <p:cNvCxnSpPr/>
          <p:nvPr/>
        </p:nvCxnSpPr>
        <p:spPr>
          <a:xfrm>
            <a:off x="4301613" y="4632891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Linux Layered Architecture &amp;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164" y="1371600"/>
            <a:ext cx="3793026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IN" dirty="0"/>
              <a:t>   </a:t>
            </a:r>
            <a:r>
              <a:rPr dirty="0"/>
              <a:t>Application</a:t>
            </a:r>
            <a:br>
              <a:rPr dirty="0"/>
            </a:br>
            <a:r>
              <a:rPr lang="en-IN" dirty="0"/>
              <a:t>          </a:t>
            </a:r>
            <a:r>
              <a:rPr dirty="0"/>
              <a:t>↓</a:t>
            </a:r>
            <a:br>
              <a:rPr dirty="0"/>
            </a:br>
            <a:r>
              <a:rPr lang="en-IN" dirty="0"/>
              <a:t>   </a:t>
            </a:r>
            <a:r>
              <a:rPr dirty="0"/>
              <a:t>System Calls</a:t>
            </a:r>
            <a:br>
              <a:rPr dirty="0"/>
            </a:br>
            <a:r>
              <a:rPr lang="en-IN" dirty="0"/>
              <a:t>          </a:t>
            </a:r>
            <a:r>
              <a:rPr dirty="0"/>
              <a:t>↓</a:t>
            </a:r>
            <a:br>
              <a:rPr dirty="0"/>
            </a:br>
            <a:r>
              <a:rPr lang="en-IN" dirty="0"/>
              <a:t>       </a:t>
            </a:r>
            <a:r>
              <a:rPr dirty="0"/>
              <a:t>Kernel</a:t>
            </a:r>
            <a:br>
              <a:rPr dirty="0"/>
            </a:br>
            <a:r>
              <a:rPr lang="en-IN" dirty="0"/>
              <a:t>          </a:t>
            </a:r>
            <a:r>
              <a:rPr dirty="0"/>
              <a:t>↓</a:t>
            </a:r>
            <a:br>
              <a:rPr dirty="0"/>
            </a:br>
            <a:r>
              <a:rPr lang="en-IN" dirty="0"/>
              <a:t>       </a:t>
            </a:r>
            <a:r>
              <a:rPr dirty="0"/>
              <a:t>Drivers</a:t>
            </a:r>
            <a:br>
              <a:rPr dirty="0"/>
            </a:br>
            <a:r>
              <a:rPr lang="en-IN" dirty="0"/>
              <a:t>          </a:t>
            </a:r>
            <a:r>
              <a:rPr dirty="0"/>
              <a:t>↓</a:t>
            </a:r>
            <a:br>
              <a:rPr dirty="0"/>
            </a:br>
            <a:r>
              <a:rPr lang="en-IN" dirty="0"/>
              <a:t>      </a:t>
            </a:r>
            <a:r>
              <a:rPr dirty="0"/>
              <a:t>Hardware</a:t>
            </a:r>
            <a:br>
              <a:rPr dirty="0"/>
            </a:br>
            <a:br>
              <a:rPr dirty="0"/>
            </a:br>
            <a:r>
              <a:rPr dirty="0"/>
              <a:t>Example: </a:t>
            </a:r>
            <a:r>
              <a:rPr dirty="0" err="1"/>
              <a:t>open→read→close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Resource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846" y="1934497"/>
            <a:ext cx="8229600" cy="4525963"/>
          </a:xfrm>
        </p:spPr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CPU Scheduling</a:t>
            </a:r>
          </a:p>
          <a:p>
            <a:pPr marL="0" indent="0">
              <a:buNone/>
              <a:defRPr sz="2400"/>
            </a:pPr>
            <a:r>
              <a:rPr dirty="0"/>
              <a:t>• Memory Allocation</a:t>
            </a:r>
          </a:p>
          <a:p>
            <a:pPr marL="0" indent="0">
              <a:buNone/>
              <a:defRPr sz="2400"/>
            </a:pPr>
            <a:r>
              <a:rPr dirty="0"/>
              <a:t>• I/O Management</a:t>
            </a:r>
          </a:p>
          <a:p>
            <a:pPr marL="0" indent="0">
              <a:buNone/>
              <a:defRPr sz="2400"/>
            </a:pPr>
            <a:r>
              <a:rPr dirty="0"/>
              <a:t>• Resource Sharing</a:t>
            </a:r>
          </a:p>
          <a:p>
            <a:pPr marL="0" indent="0">
              <a:buNone/>
              <a:defRPr sz="2400"/>
            </a:pPr>
            <a:r>
              <a:rPr dirty="0"/>
              <a:t>• Deadlock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Linux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ls, pwd, cd</a:t>
            </a:r>
          </a:p>
          <a:p>
            <a:pPr>
              <a:defRPr sz="2400"/>
            </a:pPr>
            <a:r>
              <a:t>cat, cp, mv</a:t>
            </a:r>
          </a:p>
          <a:p>
            <a:pPr>
              <a:defRPr sz="2400"/>
            </a:pPr>
            <a:r>
              <a:t>chmod, chown</a:t>
            </a:r>
          </a:p>
          <a:p>
            <a:pPr>
              <a:defRPr sz="2400"/>
            </a:pPr>
            <a:r>
              <a:t>ps, top</a:t>
            </a:r>
          </a:p>
          <a:p>
            <a:pPr>
              <a:defRPr sz="2400"/>
            </a:pPr>
            <a:r>
              <a:t>kill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Linux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Multi-user</a:t>
            </a:r>
          </a:p>
          <a:p>
            <a:pPr marL="0" indent="0">
              <a:buNone/>
              <a:defRPr sz="2400"/>
            </a:pPr>
            <a:r>
              <a:rPr dirty="0"/>
              <a:t>• Secure</a:t>
            </a:r>
          </a:p>
          <a:p>
            <a:pPr marL="0" indent="0">
              <a:buNone/>
              <a:defRPr sz="2400"/>
            </a:pPr>
            <a:r>
              <a:rPr dirty="0"/>
              <a:t>• Stable</a:t>
            </a:r>
          </a:p>
          <a:p>
            <a:pPr marL="0" indent="0">
              <a:buNone/>
              <a:defRPr sz="2400"/>
            </a:pPr>
            <a:r>
              <a:rPr dirty="0"/>
              <a:t>• Open Source</a:t>
            </a:r>
          </a:p>
          <a:p>
            <a:pPr marL="0" indent="0">
              <a:buNone/>
              <a:defRPr sz="2400"/>
            </a:pPr>
            <a:r>
              <a:rPr dirty="0"/>
              <a:t>• Efficient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9062-ED6D-CB54-43D2-5395D18D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1265A-50D8-B90C-1290-3496316B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/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342FC-8736-8FEF-9950-8A866BA8C937}"/>
              </a:ext>
            </a:extLst>
          </p:cNvPr>
          <p:cNvSpPr txBox="1"/>
          <p:nvPr/>
        </p:nvSpPr>
        <p:spPr>
          <a:xfrm>
            <a:off x="1188721" y="186813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• Efficient resource management</a:t>
            </a:r>
            <a:br>
              <a:rPr dirty="0"/>
            </a:br>
            <a:r>
              <a:rPr dirty="0"/>
              <a:t>• Secure file/device access</a:t>
            </a:r>
            <a:br>
              <a:rPr dirty="0"/>
            </a:br>
            <a:r>
              <a:rPr dirty="0"/>
              <a:t>• System calls connect user and kernel</a:t>
            </a:r>
            <a:br>
              <a:rPr dirty="0"/>
            </a:br>
            <a:r>
              <a:rPr dirty="0"/>
              <a:t>• Linux uses layered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93175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Operating System Functions, File &amp; Device System Calls, and User–Kernel Interaction</vt:lpstr>
      <vt:lpstr>OS Functions in Resource Management</vt:lpstr>
      <vt:lpstr>File and Device System Calls</vt:lpstr>
      <vt:lpstr>User Process and Kernel Interaction</vt:lpstr>
      <vt:lpstr>Linux Layered Architecture &amp; Example</vt:lpstr>
      <vt:lpstr>Linux Resource Management</vt:lpstr>
      <vt:lpstr>Common Linux Commands</vt:lpstr>
      <vt:lpstr>Advantages of Linux OS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Tanusri Lakshmi Jyothi Sidda</dc:creator>
  <cp:lastModifiedBy>Tanusri Lakshmi Jyothi Sidda</cp:lastModifiedBy>
  <cp:revision>1</cp:revision>
  <dcterms:modified xsi:type="dcterms:W3CDTF">2026-07-25T12:54:11Z</dcterms:modified>
</cp:coreProperties>
</file>