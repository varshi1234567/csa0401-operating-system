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45D7-1F97-65CE-31C4-DEFF953FD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26591-4074-403D-5B19-E508837F0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42EFD-737B-F329-0FC6-AEA6320B5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C4EA9-1A91-7DE9-61C5-4921F778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C42E-F3D8-2E5E-D6FB-C60D9470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684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1FC8-8BF0-7F2B-9D17-B17EDB70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8F359-8331-1FE6-434B-1995F6E0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97932-E2C5-2879-6E71-E76E8A71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2C9B-AE7F-7FB2-BC79-F656D318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C0D20-D39F-193E-45BB-5BFAF359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14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4E01-2873-3CA3-1210-94775DF9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E0934-37F4-212F-37B7-76534DE24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D315-3363-8C43-C723-C734E3162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9E0BB-DF1B-F43E-BCEB-3C732891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15C77-27B6-D2E9-1181-B9D0D09A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35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DB8F-E9DB-47D4-33D5-8BD2C3B3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DA92-31F2-2C5B-2BF5-D614E3FA2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7FD8E-F52B-FB57-9BB7-8F9B71763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B11B7-D3C0-2918-C860-6CF4BD4DC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FD526-16DF-8F97-EAB6-C9197978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40EDB-A255-3EB5-A9B2-17F742AE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68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EFFA-3F01-15A2-146E-28BF8B22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2B978-EF79-C3F4-E7DB-63033C125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A2781-65DB-D0B9-716B-E8E43193A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165EF-9562-73B1-4DC4-0FD1BD983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DD1C0-3186-45A9-8C4C-2409255B3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1A26ED-D10A-15BD-9581-893F88EC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A5137-BA74-ACAB-AC81-21D7AF6C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9FA2A-0CD0-D94B-D89B-1E08EA76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11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56E7-2DA3-D78F-ED5F-96A97F6F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69F56-FAEF-7879-2CF5-AA2C9CA4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2C69A-4548-05EE-34C7-96C72DE7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D30DD-5A53-D171-F9EC-272139FE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130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08971-E9FF-B199-0D55-B5B9C6B6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5FA59-68A9-B960-8D09-BC3DA104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2BDE9-4298-E0CE-D335-3A045C52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28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C07F-5669-8F12-AEA4-727E19B38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3013-D9F2-2C0D-0AEC-3BE9140B2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E926B9-A07B-4AA4-558E-3F34485F0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AFDB5-BD67-0105-708E-0B185066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71798-D2C8-690D-9CE0-67DBA802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3D6E2-4D47-5583-4A50-70DC0160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81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15F41-B42B-95BA-BE38-B6FB2D300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947B5A-9BAE-B600-BE20-ECCABC0D9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5543A-76DB-94A7-C8EE-EB133EE6E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D67A2-B78E-E47C-A605-A23B93EE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F570F-59CE-6EA1-5D30-B26A8D11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E716A-BF3B-CDFE-2931-E32BDCEC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1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5448-8DF6-FA33-4FE2-40060290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B57FF-892E-67B9-BDCD-C316B7246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459F4-BA56-D555-EED0-FC6E2621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5AC21-7E63-5CF3-7BCF-7FCCB6B8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C16D0-56C7-C0C8-402C-63752AFB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28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6CEDD-D44E-49D9-EDCA-FB00A0742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5BB55-94C6-30E3-4207-79CC1F43A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A0DCB-D5FD-05FD-41D1-EAE7ACCB4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5D8E3-A145-C95A-E1CE-58A3B0EAE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111C9-C8EC-DE20-8656-35204FD9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36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78517-9316-5B4C-246C-12EEB4E8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909AD-B2E3-59B5-3303-76C70AA1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981F6-77E6-84D8-EB98-C8F8D735B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C420C-ED51-4757-9789-4229DDE992C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A19B9-677D-9A4E-84A0-0FD1CCFF8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15DE5-13E4-3C9F-921B-F1EE18089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9CE40-8E2F-4005-B629-0A425E67CD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19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11F8-DE7F-F379-837F-8FF3DBB65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DC959-E68A-B05F-1C99-B19CC8181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40880-5073-2210-2980-492B5C7FF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5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B8CD46-5095-E4EE-B5BA-ECA395FA9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2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Tanusri Lakshmi Jyothi Sidda</dc:creator>
  <cp:lastModifiedBy>Tanusri Lakshmi Jyothi Sidda</cp:lastModifiedBy>
  <cp:revision>1</cp:revision>
  <dcterms:created xsi:type="dcterms:W3CDTF">2026-07-25T13:35:19Z</dcterms:created>
  <dcterms:modified xsi:type="dcterms:W3CDTF">2026-07-25T13:35:33Z</dcterms:modified>
</cp:coreProperties>
</file>